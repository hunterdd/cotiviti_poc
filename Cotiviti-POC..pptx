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2d95b95b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2d95b95b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2d95b95b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2d95b95b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2d95b95b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2d95b95b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2d95b95b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2d95b95b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2d95b95b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2d95b95b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2d95b95b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2d95b95b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Automating Billing Policy Updates with GenAI</a:t>
            </a:r>
            <a:endParaRPr sz="39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3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2000"/>
              <a:t>Cotiviti - Automating </a:t>
            </a:r>
            <a:r>
              <a:rPr lang="en" sz="2000"/>
              <a:t>Billing</a:t>
            </a:r>
            <a:r>
              <a:rPr lang="en" sz="2000"/>
              <a:t> Policy Updated with AI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000"/>
          </a:p>
        </p:txBody>
      </p:sp>
      <p:sp>
        <p:nvSpPr>
          <p:cNvPr id="56" name="Google Shape;56;p13"/>
          <p:cNvSpPr txBox="1"/>
          <p:nvPr/>
        </p:nvSpPr>
        <p:spPr>
          <a:xfrm>
            <a:off x="1748275" y="3226300"/>
            <a:ext cx="5633400" cy="12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Dhruv Donga | Cotiviti Intern Assessment </a:t>
            </a:r>
            <a:endParaRPr i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Scale : </a:t>
            </a:r>
            <a:r>
              <a:rPr lang="en"/>
              <a:t>Cotiviti works with more than 200 healthcare payers and health systems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Gap :</a:t>
            </a:r>
            <a:r>
              <a:rPr lang="en"/>
              <a:t> When CMS or Payer updates billing policy, Cotiviti needs to read both version, identify the changes and rewrite internal rules assess the downstream claim impact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Volume :</a:t>
            </a:r>
            <a:r>
              <a:rPr lang="en"/>
              <a:t> W</a:t>
            </a:r>
            <a:r>
              <a:rPr lang="en"/>
              <a:t>hich is time-consuming and must be performed for thousands of documents annually.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Its need to done for thousands of documents </a:t>
            </a:r>
            <a:r>
              <a:rPr lang="en"/>
              <a:t>annually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Relevant</a:t>
            </a:r>
            <a:r>
              <a:rPr lang="en"/>
              <a:t> Trends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Reliable Extraction :</a:t>
            </a:r>
            <a:r>
              <a:rPr lang="en"/>
              <a:t> LLMs can now extract rules from policy </a:t>
            </a:r>
            <a:r>
              <a:rPr lang="en"/>
              <a:t>language</a:t>
            </a:r>
            <a:r>
              <a:rPr lang="en"/>
              <a:t> reliably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Using Rag has shown good results in medical guideline </a:t>
            </a:r>
            <a:r>
              <a:rPr lang="en"/>
              <a:t>interpretation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With model citing the </a:t>
            </a:r>
            <a:r>
              <a:rPr lang="en"/>
              <a:t>exact</a:t>
            </a:r>
            <a:r>
              <a:rPr lang="en"/>
              <a:t> source sentences, which makes its output verifiable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LLM can handle growing policy volume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Solution :</a:t>
            </a:r>
            <a:r>
              <a:rPr lang="en"/>
              <a:t> Our solution validates this policies using Large Language Model to make it faster, less error-prone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Opportunities 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AI pipeline that reads a new policy PDF, compares it to the prior version and produces structured changes with summary that analyst’s can work with, updates the workflow from days to hours.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propose demo with three main function.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1. </a:t>
            </a:r>
            <a:r>
              <a:rPr b="1" lang="en"/>
              <a:t>Extraction : </a:t>
            </a:r>
            <a:r>
              <a:rPr lang="en"/>
              <a:t>Parse raw policy PDFs into structured, actionable rules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2. </a:t>
            </a:r>
            <a:r>
              <a:rPr b="1" lang="en"/>
              <a:t>Verification : </a:t>
            </a:r>
            <a:r>
              <a:rPr lang="en"/>
              <a:t>Compares old and new policy iterations to create a clear change report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3. </a:t>
            </a:r>
            <a:r>
              <a:rPr b="1" lang="en"/>
              <a:t>Regression Audit : </a:t>
            </a:r>
            <a:r>
              <a:rPr lang="en"/>
              <a:t>Evaluates</a:t>
            </a:r>
            <a:r>
              <a:rPr lang="en"/>
              <a:t> synthetic test claims against the new rules to validate downstream </a:t>
            </a:r>
            <a:r>
              <a:rPr lang="en"/>
              <a:t>operational</a:t>
            </a:r>
            <a:r>
              <a:rPr lang="en"/>
              <a:t> impact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920600" y="1410450"/>
            <a:ext cx="3251400" cy="13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898" y="1152475"/>
            <a:ext cx="6312428" cy="362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Stack :</a:t>
            </a:r>
            <a:r>
              <a:rPr lang="en"/>
              <a:t>Our demo utilizes direct JSON extractions and the OpenRouter API for focused speed-to-value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Enterprise Transition</a:t>
            </a:r>
            <a:r>
              <a:rPr lang="en"/>
              <a:t> </a:t>
            </a:r>
            <a:r>
              <a:rPr b="1" lang="en"/>
              <a:t>:</a:t>
            </a:r>
            <a:r>
              <a:rPr lang="en"/>
              <a:t> To scale across cotiviti’s catalog of payer-provider contrats, we transition to LlamaIndex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Implementing a vector database allows the system to partition full policy documents into searchable semantic chunks, drastically lowering token consumption and accelerating </a:t>
            </a:r>
            <a:r>
              <a:rPr lang="en"/>
              <a:t>retrieval</a:t>
            </a:r>
            <a:r>
              <a:rPr lang="en"/>
              <a:t> </a:t>
            </a:r>
            <a:r>
              <a:rPr lang="en"/>
              <a:t>times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</a:t>
            </a:r>
            <a:r>
              <a:rPr lang="en"/>
              <a:t>bottleneck</a:t>
            </a:r>
            <a:r>
              <a:rPr lang="en"/>
              <a:t> in healthcare content management is not that billing process are complex its that converting policy updates into working rules is still a complex process.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Automating the ingestion and comparison cycles </a:t>
            </a:r>
            <a:r>
              <a:rPr lang="en"/>
              <a:t>allows</a:t>
            </a:r>
            <a:r>
              <a:rPr lang="en"/>
              <a:t> cotiviti to scale operational efficiency without inflating overhead costs.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